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31"/>
    <p:restoredTop sz="94719"/>
  </p:normalViewPr>
  <p:slideViewPr>
    <p:cSldViewPr snapToGrid="0">
      <p:cViewPr varScale="1">
        <p:scale>
          <a:sx n="148" d="100"/>
          <a:sy n="148" d="100"/>
        </p:scale>
        <p:origin x="10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B5631-ED90-5582-D4B3-B3232ECC8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C71F79-1ED5-C441-056D-DD6CA10127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2F513-96C9-B45C-3878-22BF04D58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4944E-9DDB-6948-8D20-82F0BC2F1E1C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01293-A6DD-2D57-F14F-7ACAE3C00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C0D61-DD4E-8285-CC74-AC72FAADA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68957-2DBD-5741-A32F-4F6AD7CF1C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784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D37E2-D0B1-5B5F-1042-95938AC5A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B372F-0065-73F5-5A31-AF1C6B63D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8004F-4077-72A9-9252-515CDC292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4944E-9DDB-6948-8D20-82F0BC2F1E1C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F2AA0-A019-C36E-77A4-F52E02638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A2506-6B06-7602-EB30-3F608EAAA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68957-2DBD-5741-A32F-4F6AD7CF1C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390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DF48A-F192-9F94-E7A5-D34610DAF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4EAA9F-2337-1432-3CBE-C183600A0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9948B-9248-3025-F525-DB3E567D7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4944E-9DDB-6948-8D20-82F0BC2F1E1C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C6DB-38B4-799B-7FEE-877668388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C6C70-5DF9-E8BE-0343-0EDFB0B96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68957-2DBD-5741-A32F-4F6AD7CF1C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868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C719D-6870-D62D-CAE2-B2010B967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F7715-17D3-5A97-7C75-DC8ADF5EE2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A16F30-D6ED-CAA1-C746-E0F94E29B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2E67B0-1F77-D9EE-9B59-E91D2F87F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4944E-9DDB-6948-8D20-82F0BC2F1E1C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BBDA39-C880-67E5-F7E0-973B21E09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D8AAE1-9881-FD86-35D3-CCD532897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68957-2DBD-5741-A32F-4F6AD7CF1C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926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76AA5-70F1-8CAC-55FC-CC0AFCF11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11B5E-06CC-87FE-777D-E8B4E4E49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B3023D-02C6-1CAD-C88A-5D2FE1871F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880EA5-4870-56AE-01F1-D02E8A5DDD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7BE32E-3D78-3352-9F7C-E826D0CF74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51C09D-29C8-F883-C37C-0BEF068F8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4944E-9DDB-6948-8D20-82F0BC2F1E1C}" type="datetimeFigureOut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ABFB27-844B-896B-AA72-C31035308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8DD176-E933-4897-3C45-9EFA35565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68957-2DBD-5741-A32F-4F6AD7CF1C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716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9D6BD-719F-6635-EC8B-0D25A134E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BAD3E9-741F-7EF9-3261-80754CD41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4944E-9DDB-6948-8D20-82F0BC2F1E1C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9DD70A-81B3-ACB4-9180-CB64138C3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29F4B4-D451-DB93-A359-601940E87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68957-2DBD-5741-A32F-4F6AD7CF1C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165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BA97D7-D5E1-2D62-8DEA-F2C27510F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4944E-9DDB-6948-8D20-82F0BC2F1E1C}" type="datetimeFigureOut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7C6880-BE59-7C75-A9DC-270E2CFD0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1226D-FBFF-5C30-FAEF-30BC83F64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68957-2DBD-5741-A32F-4F6AD7CF1C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075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FC373-E6E2-64C3-081D-B9A3E3EC5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D30FA-6585-6BBB-4809-98EFD7867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F3743-9653-2185-D243-C3C868EAB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1D16D-42CE-E140-04B1-5938ED65B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4944E-9DDB-6948-8D20-82F0BC2F1E1C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64EAA-2B64-0155-EBAF-AFFB31BF5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C00CF6-6D9A-85F4-9C78-AC58B5DA5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68957-2DBD-5741-A32F-4F6AD7CF1C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429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09CC3-C0D8-B3CA-D769-84C7E898A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15EA37-CE1B-F022-A9BE-E0A4D99451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2555C4-3A3B-67B7-FD3F-83F0511F8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DE3611-6447-4F47-536B-0415B40A6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4944E-9DDB-6948-8D20-82F0BC2F1E1C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212E45-E94F-910E-C909-7F7EE6161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B9DA1D-61A4-0A43-8E97-1FC0D3785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68957-2DBD-5741-A32F-4F6AD7CF1C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930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C4B44-A40B-8634-E80B-8B04250CA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BFFEC5-B402-F7B0-5F6C-A79B959A74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E6F34-3C68-F358-B27B-0A9ECA762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4944E-9DDB-6948-8D20-82F0BC2F1E1C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5136B-1412-EADA-72BD-9984D20B2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6E33B-63C9-226D-6301-E8B63E80A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68957-2DBD-5741-A32F-4F6AD7CF1C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187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0BB7F8-CDD5-B1CC-FD0D-7EF28C7D7E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667D74-3F83-9D47-D39C-D8A2EDCD1C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2A879-DFE8-47B1-DC39-25E79B843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4944E-9DDB-6948-8D20-82F0BC2F1E1C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8EAAB-E1FF-FC4C-F4C8-EBB932215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8ACD3-F167-3CCF-344D-C1D131842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68957-2DBD-5741-A32F-4F6AD7CF1C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450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9A94E1-FAF7-922E-EC89-F3E8641DA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EDE08-051D-E309-96E7-733BF7278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BCB03-B01B-3003-E65B-E037DF8E13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14944E-9DDB-6948-8D20-82F0BC2F1E1C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1D4FC-A099-B74C-79EA-084DE6BBE3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300A9-ACDF-8F52-80AC-80453A10E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A68957-2DBD-5741-A32F-4F6AD7CF1C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81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EF83425-9EEC-8EBC-5DD8-F02D990A6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657627"/>
              </p:ext>
            </p:extLst>
          </p:nvPr>
        </p:nvGraphicFramePr>
        <p:xfrm>
          <a:off x="2412521" y="1712998"/>
          <a:ext cx="2816045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16045">
                  <a:extLst>
                    <a:ext uri="{9D8B030D-6E8A-4147-A177-3AD203B41FA5}">
                      <a16:colId xmlns:a16="http://schemas.microsoft.com/office/drawing/2014/main" val="17216119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customer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2608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customer_id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28598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customer_first_name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2415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customer_last_name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3668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customer_postal_code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498382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FD99E85-24B8-28B3-F840-68B55FB7D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875577"/>
              </p:ext>
            </p:extLst>
          </p:nvPr>
        </p:nvGraphicFramePr>
        <p:xfrm>
          <a:off x="6963434" y="1156738"/>
          <a:ext cx="2816045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16045">
                  <a:extLst>
                    <a:ext uri="{9D8B030D-6E8A-4147-A177-3AD203B41FA5}">
                      <a16:colId xmlns:a16="http://schemas.microsoft.com/office/drawing/2014/main" val="17216119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customer_purchases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2608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product_id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28598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vendor_id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2415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market_date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3668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customer_id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4983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quantity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6819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cost_to_customer_per_qty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0485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transaction_time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1618830"/>
                  </a:ext>
                </a:extLst>
              </a:tr>
            </a:tbl>
          </a:graphicData>
        </a:graphic>
      </p:graphicFrame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94BE461B-1A87-D152-FC63-143BDA2FBC92}"/>
              </a:ext>
            </a:extLst>
          </p:cNvPr>
          <p:cNvCxnSpPr/>
          <p:nvPr/>
        </p:nvCxnSpPr>
        <p:spPr>
          <a:xfrm>
            <a:off x="5228566" y="2286000"/>
            <a:ext cx="1734868" cy="543464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BAD02C5-9246-6BEE-E3C4-BB5CD33D4BDE}"/>
              </a:ext>
            </a:extLst>
          </p:cNvPr>
          <p:cNvSpPr txBox="1"/>
          <p:nvPr/>
        </p:nvSpPr>
        <p:spPr>
          <a:xfrm>
            <a:off x="5512280" y="19511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9C5194-B5EB-8D5A-54D0-F7D409EAA074}"/>
              </a:ext>
            </a:extLst>
          </p:cNvPr>
          <p:cNvSpPr txBox="1"/>
          <p:nvPr/>
        </p:nvSpPr>
        <p:spPr>
          <a:xfrm>
            <a:off x="6371622" y="2506308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</p:spTree>
    <p:extLst>
      <p:ext uri="{BB962C8B-B14F-4D97-AF65-F5344CB8AC3E}">
        <p14:creationId xmlns:p14="http://schemas.microsoft.com/office/powerpoint/2010/main" val="519617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49</Words>
  <Application>Microsoft Macintosh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Lu</dc:creator>
  <cp:lastModifiedBy>Robert Lu</cp:lastModifiedBy>
  <cp:revision>3</cp:revision>
  <dcterms:created xsi:type="dcterms:W3CDTF">2026-03-31T17:55:45Z</dcterms:created>
  <dcterms:modified xsi:type="dcterms:W3CDTF">2026-03-31T18:05:45Z</dcterms:modified>
</cp:coreProperties>
</file>